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34841B47-912F-4486-9911-3AD4DBBD4A02}">
          <p14:sldIdLst>
            <p14:sldId id="256"/>
          </p14:sldIdLst>
        </p14:section>
        <p14:section name="Detail" id="{45B237CE-FEE1-4610-8CD6-94231C04F29C}">
          <p14:sldIdLst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88A-436B-A2D2-1F89EE26E6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49875744"/>
        <c:axId val="1010385327"/>
      </c:barChart>
      <c:catAx>
        <c:axId val="12498757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10385327"/>
        <c:crosses val="autoZero"/>
        <c:auto val="1"/>
        <c:lblAlgn val="ctr"/>
        <c:lblOffset val="100"/>
        <c:noMultiLvlLbl val="0"/>
      </c:catAx>
      <c:valAx>
        <c:axId val="10103853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498757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3836487-7D27-434B-961B-71D2B1071161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6B46B967-8543-48B1-BE39-6885025BD901}">
      <dgm:prSet phldrT="[Text]"/>
      <dgm:spPr/>
      <dgm:t>
        <a:bodyPr/>
        <a:lstStyle/>
        <a:p>
          <a:r>
            <a:rPr lang="en-US"/>
            <a:t>Discover</a:t>
          </a:r>
        </a:p>
      </dgm:t>
    </dgm:pt>
    <dgm:pt modelId="{CC4BE8BD-790C-47D5-BD57-BE7344BCF2BB}" type="parTrans" cxnId="{B705385A-ADB1-437D-903C-2F2D1046ECFF}">
      <dgm:prSet/>
      <dgm:spPr/>
    </dgm:pt>
    <dgm:pt modelId="{0D1E76CC-73AE-4527-B0AB-3050017CA84A}" type="sibTrans" cxnId="{B705385A-ADB1-437D-903C-2F2D1046ECFF}">
      <dgm:prSet/>
      <dgm:spPr/>
      <dgm:t>
        <a:bodyPr/>
        <a:lstStyle/>
        <a:p>
          <a:endParaRPr lang="en-US"/>
        </a:p>
      </dgm:t>
    </dgm:pt>
    <dgm:pt modelId="{BAF123EB-E7CD-44FD-99A0-D7B9B8243B0C}">
      <dgm:prSet phldrT="[Text]"/>
      <dgm:spPr/>
      <dgm:t>
        <a:bodyPr/>
        <a:lstStyle/>
        <a:p>
          <a:r>
            <a:rPr lang="en-US"/>
            <a:t>Design</a:t>
          </a:r>
        </a:p>
      </dgm:t>
    </dgm:pt>
    <dgm:pt modelId="{DE783BAF-97D8-4959-8548-C055678C7CDE}" type="parTrans" cxnId="{7C5B0003-2B0C-4DB6-82A9-65E14FF1BD5B}">
      <dgm:prSet/>
      <dgm:spPr/>
    </dgm:pt>
    <dgm:pt modelId="{4A4C1918-E9E9-4BA9-A03E-63349FCB2223}" type="sibTrans" cxnId="{7C5B0003-2B0C-4DB6-82A9-65E14FF1BD5B}">
      <dgm:prSet/>
      <dgm:spPr/>
      <dgm:t>
        <a:bodyPr/>
        <a:lstStyle/>
        <a:p>
          <a:endParaRPr lang="en-US"/>
        </a:p>
      </dgm:t>
    </dgm:pt>
    <dgm:pt modelId="{158D06C4-F7C4-44F1-B11D-7EAB487E353E}">
      <dgm:prSet phldrT="[Text]"/>
      <dgm:spPr/>
      <dgm:t>
        <a:bodyPr/>
        <a:lstStyle/>
        <a:p>
          <a:r>
            <a:rPr lang="en-US"/>
            <a:t>Build</a:t>
          </a:r>
        </a:p>
      </dgm:t>
    </dgm:pt>
    <dgm:pt modelId="{54C77323-1A2A-41DE-8AE5-91FBD38CB0AC}" type="parTrans" cxnId="{591D86DB-F01E-4812-9D77-8E4271652BE2}">
      <dgm:prSet/>
      <dgm:spPr/>
    </dgm:pt>
    <dgm:pt modelId="{84E3D52C-C01E-46D4-B90F-28EF0001B00E}" type="sibTrans" cxnId="{591D86DB-F01E-4812-9D77-8E4271652BE2}">
      <dgm:prSet/>
      <dgm:spPr/>
      <dgm:t>
        <a:bodyPr/>
        <a:lstStyle/>
        <a:p>
          <a:endParaRPr lang="en-US"/>
        </a:p>
      </dgm:t>
    </dgm:pt>
    <dgm:pt modelId="{F8C18B80-E3EB-48E6-BEFA-09A5E16F2AF4}">
      <dgm:prSet phldrT="[Text]"/>
      <dgm:spPr/>
      <dgm:t>
        <a:bodyPr/>
        <a:lstStyle/>
        <a:p>
          <a:r>
            <a:rPr lang="en-US"/>
            <a:t>Ship</a:t>
          </a:r>
        </a:p>
      </dgm:t>
    </dgm:pt>
    <dgm:pt modelId="{1F349FB5-149B-4578-8A29-3A3BEFE990F6}" type="parTrans" cxnId="{517A9D7C-D7F8-47B6-9A59-93C96632C708}">
      <dgm:prSet/>
      <dgm:spPr/>
    </dgm:pt>
    <dgm:pt modelId="{DAF73506-8434-4009-9164-467C3E0B9702}" type="sibTrans" cxnId="{517A9D7C-D7F8-47B6-9A59-93C96632C708}">
      <dgm:prSet/>
      <dgm:spPr/>
    </dgm:pt>
    <dgm:pt modelId="{6CC0061D-3EBC-4246-A7C8-6471E06E14F7}" type="pres">
      <dgm:prSet presAssocID="{43836487-7D27-434B-961B-71D2B1071161}" presName="Name0" presStyleCnt="0">
        <dgm:presLayoutVars>
          <dgm:dir/>
          <dgm:resizeHandles val="exact"/>
        </dgm:presLayoutVars>
      </dgm:prSet>
      <dgm:spPr/>
    </dgm:pt>
    <dgm:pt modelId="{15A2B778-E964-4F72-8369-9BFB33FBFBB1}" type="pres">
      <dgm:prSet presAssocID="{6B46B967-8543-48B1-BE39-6885025BD901}" presName="node" presStyleLbl="node1" presStyleIdx="0" presStyleCnt="4">
        <dgm:presLayoutVars>
          <dgm:bulletEnabled val="1"/>
        </dgm:presLayoutVars>
      </dgm:prSet>
      <dgm:spPr/>
    </dgm:pt>
    <dgm:pt modelId="{537E71E0-922F-442F-AA75-45FB262A150D}" type="pres">
      <dgm:prSet presAssocID="{0D1E76CC-73AE-4527-B0AB-3050017CA84A}" presName="sibTrans" presStyleLbl="sibTrans2D1" presStyleIdx="0" presStyleCnt="3"/>
      <dgm:spPr/>
    </dgm:pt>
    <dgm:pt modelId="{51F88618-44CA-4F7F-A833-0D333520B480}" type="pres">
      <dgm:prSet presAssocID="{0D1E76CC-73AE-4527-B0AB-3050017CA84A}" presName="connectorText" presStyleLbl="sibTrans2D1" presStyleIdx="0" presStyleCnt="3"/>
      <dgm:spPr/>
    </dgm:pt>
    <dgm:pt modelId="{92195919-F520-43CF-866A-B4E257D95B9D}" type="pres">
      <dgm:prSet presAssocID="{BAF123EB-E7CD-44FD-99A0-D7B9B8243B0C}" presName="node" presStyleLbl="node1" presStyleIdx="1" presStyleCnt="4">
        <dgm:presLayoutVars>
          <dgm:bulletEnabled val="1"/>
        </dgm:presLayoutVars>
      </dgm:prSet>
      <dgm:spPr/>
    </dgm:pt>
    <dgm:pt modelId="{2666337C-3E37-4C5F-997B-26B87CEECFC3}" type="pres">
      <dgm:prSet presAssocID="{4A4C1918-E9E9-4BA9-A03E-63349FCB2223}" presName="sibTrans" presStyleLbl="sibTrans2D1" presStyleIdx="1" presStyleCnt="3"/>
      <dgm:spPr/>
    </dgm:pt>
    <dgm:pt modelId="{530751E9-C8A0-4D48-89FB-FDD6937F1BBB}" type="pres">
      <dgm:prSet presAssocID="{4A4C1918-E9E9-4BA9-A03E-63349FCB2223}" presName="connectorText" presStyleLbl="sibTrans2D1" presStyleIdx="1" presStyleCnt="3"/>
      <dgm:spPr/>
    </dgm:pt>
    <dgm:pt modelId="{502098E2-21C6-4BE5-A47A-CF831678797A}" type="pres">
      <dgm:prSet presAssocID="{158D06C4-F7C4-44F1-B11D-7EAB487E353E}" presName="node" presStyleLbl="node1" presStyleIdx="2" presStyleCnt="4">
        <dgm:presLayoutVars>
          <dgm:bulletEnabled val="1"/>
        </dgm:presLayoutVars>
      </dgm:prSet>
      <dgm:spPr/>
    </dgm:pt>
    <dgm:pt modelId="{B75059AB-AB82-42E4-9AF0-322630DB3B79}" type="pres">
      <dgm:prSet presAssocID="{84E3D52C-C01E-46D4-B90F-28EF0001B00E}" presName="sibTrans" presStyleLbl="sibTrans2D1" presStyleIdx="2" presStyleCnt="3"/>
      <dgm:spPr/>
    </dgm:pt>
    <dgm:pt modelId="{FB23009A-0481-4DD2-95CC-6803D51F80F6}" type="pres">
      <dgm:prSet presAssocID="{84E3D52C-C01E-46D4-B90F-28EF0001B00E}" presName="connectorText" presStyleLbl="sibTrans2D1" presStyleIdx="2" presStyleCnt="3"/>
      <dgm:spPr/>
    </dgm:pt>
    <dgm:pt modelId="{D21A69B0-E47F-4E90-BE27-7828DA6B6DE3}" type="pres">
      <dgm:prSet presAssocID="{F8C18B80-E3EB-48E6-BEFA-09A5E16F2AF4}" presName="node" presStyleLbl="node1" presStyleIdx="3" presStyleCnt="4">
        <dgm:presLayoutVars>
          <dgm:bulletEnabled val="1"/>
        </dgm:presLayoutVars>
      </dgm:prSet>
      <dgm:spPr/>
    </dgm:pt>
  </dgm:ptLst>
  <dgm:cxnLst>
    <dgm:cxn modelId="{7C5B0003-2B0C-4DB6-82A9-65E14FF1BD5B}" srcId="{43836487-7D27-434B-961B-71D2B1071161}" destId="{BAF123EB-E7CD-44FD-99A0-D7B9B8243B0C}" srcOrd="1" destOrd="0" parTransId="{DE783BAF-97D8-4959-8548-C055678C7CDE}" sibTransId="{4A4C1918-E9E9-4BA9-A03E-63349FCB2223}"/>
    <dgm:cxn modelId="{BC52C615-E652-4488-8D54-3542887BBF25}" type="presOf" srcId="{6B46B967-8543-48B1-BE39-6885025BD901}" destId="{15A2B778-E964-4F72-8369-9BFB33FBFBB1}" srcOrd="0" destOrd="0" presId="urn:microsoft.com/office/officeart/2005/8/layout/process1"/>
    <dgm:cxn modelId="{2C937116-A87B-4890-B385-8FFB4FBA17AB}" type="presOf" srcId="{84E3D52C-C01E-46D4-B90F-28EF0001B00E}" destId="{B75059AB-AB82-42E4-9AF0-322630DB3B79}" srcOrd="0" destOrd="0" presId="urn:microsoft.com/office/officeart/2005/8/layout/process1"/>
    <dgm:cxn modelId="{CFFF8D62-E803-4FF4-A450-26D45E15BB7A}" type="presOf" srcId="{158D06C4-F7C4-44F1-B11D-7EAB487E353E}" destId="{502098E2-21C6-4BE5-A47A-CF831678797A}" srcOrd="0" destOrd="0" presId="urn:microsoft.com/office/officeart/2005/8/layout/process1"/>
    <dgm:cxn modelId="{DC84EE4E-6D3F-41B5-B844-1A8D4D374E3D}" type="presOf" srcId="{0D1E76CC-73AE-4527-B0AB-3050017CA84A}" destId="{51F88618-44CA-4F7F-A833-0D333520B480}" srcOrd="1" destOrd="0" presId="urn:microsoft.com/office/officeart/2005/8/layout/process1"/>
    <dgm:cxn modelId="{B705385A-ADB1-437D-903C-2F2D1046ECFF}" srcId="{43836487-7D27-434B-961B-71D2B1071161}" destId="{6B46B967-8543-48B1-BE39-6885025BD901}" srcOrd="0" destOrd="0" parTransId="{CC4BE8BD-790C-47D5-BD57-BE7344BCF2BB}" sibTransId="{0D1E76CC-73AE-4527-B0AB-3050017CA84A}"/>
    <dgm:cxn modelId="{60783B7C-D11E-45AB-8E25-ADB5456EB698}" type="presOf" srcId="{4A4C1918-E9E9-4BA9-A03E-63349FCB2223}" destId="{530751E9-C8A0-4D48-89FB-FDD6937F1BBB}" srcOrd="1" destOrd="0" presId="urn:microsoft.com/office/officeart/2005/8/layout/process1"/>
    <dgm:cxn modelId="{517A9D7C-D7F8-47B6-9A59-93C96632C708}" srcId="{43836487-7D27-434B-961B-71D2B1071161}" destId="{F8C18B80-E3EB-48E6-BEFA-09A5E16F2AF4}" srcOrd="3" destOrd="0" parTransId="{1F349FB5-149B-4578-8A29-3A3BEFE990F6}" sibTransId="{DAF73506-8434-4009-9164-467C3E0B9702}"/>
    <dgm:cxn modelId="{FF371C8C-7A9B-43D2-8737-11336061C293}" type="presOf" srcId="{4A4C1918-E9E9-4BA9-A03E-63349FCB2223}" destId="{2666337C-3E37-4C5F-997B-26B87CEECFC3}" srcOrd="0" destOrd="0" presId="urn:microsoft.com/office/officeart/2005/8/layout/process1"/>
    <dgm:cxn modelId="{429950CF-87E7-4E65-BFBC-35D43DFC9B92}" type="presOf" srcId="{F8C18B80-E3EB-48E6-BEFA-09A5E16F2AF4}" destId="{D21A69B0-E47F-4E90-BE27-7828DA6B6DE3}" srcOrd="0" destOrd="0" presId="urn:microsoft.com/office/officeart/2005/8/layout/process1"/>
    <dgm:cxn modelId="{7BCDA8D6-45A7-4058-8919-D5D5BF0A5F58}" type="presOf" srcId="{84E3D52C-C01E-46D4-B90F-28EF0001B00E}" destId="{FB23009A-0481-4DD2-95CC-6803D51F80F6}" srcOrd="1" destOrd="0" presId="urn:microsoft.com/office/officeart/2005/8/layout/process1"/>
    <dgm:cxn modelId="{8E5B05D9-FB5A-40FA-A3C6-910C65CF6FF6}" type="presOf" srcId="{43836487-7D27-434B-961B-71D2B1071161}" destId="{6CC0061D-3EBC-4246-A7C8-6471E06E14F7}" srcOrd="0" destOrd="0" presId="urn:microsoft.com/office/officeart/2005/8/layout/process1"/>
    <dgm:cxn modelId="{5CB11CDA-7E20-4A1B-9361-8C7DF7211107}" type="presOf" srcId="{0D1E76CC-73AE-4527-B0AB-3050017CA84A}" destId="{537E71E0-922F-442F-AA75-45FB262A150D}" srcOrd="0" destOrd="0" presId="urn:microsoft.com/office/officeart/2005/8/layout/process1"/>
    <dgm:cxn modelId="{591D86DB-F01E-4812-9D77-8E4271652BE2}" srcId="{43836487-7D27-434B-961B-71D2B1071161}" destId="{158D06C4-F7C4-44F1-B11D-7EAB487E353E}" srcOrd="2" destOrd="0" parTransId="{54C77323-1A2A-41DE-8AE5-91FBD38CB0AC}" sibTransId="{84E3D52C-C01E-46D4-B90F-28EF0001B00E}"/>
    <dgm:cxn modelId="{53EC12F1-4C4E-43D3-B979-96E40C59F52C}" type="presOf" srcId="{BAF123EB-E7CD-44FD-99A0-D7B9B8243B0C}" destId="{92195919-F520-43CF-866A-B4E257D95B9D}" srcOrd="0" destOrd="0" presId="urn:microsoft.com/office/officeart/2005/8/layout/process1"/>
    <dgm:cxn modelId="{795D6718-D3CD-48C8-B8B1-9024D14454DA}" type="presParOf" srcId="{6CC0061D-3EBC-4246-A7C8-6471E06E14F7}" destId="{15A2B778-E964-4F72-8369-9BFB33FBFBB1}" srcOrd="0" destOrd="0" presId="urn:microsoft.com/office/officeart/2005/8/layout/process1"/>
    <dgm:cxn modelId="{319BD8FC-BC8F-431E-AF8D-B81EBFC7EB95}" type="presParOf" srcId="{6CC0061D-3EBC-4246-A7C8-6471E06E14F7}" destId="{537E71E0-922F-442F-AA75-45FB262A150D}" srcOrd="1" destOrd="0" presId="urn:microsoft.com/office/officeart/2005/8/layout/process1"/>
    <dgm:cxn modelId="{785125D0-DA44-4A07-A6EA-3DD77F06FF10}" type="presParOf" srcId="{537E71E0-922F-442F-AA75-45FB262A150D}" destId="{51F88618-44CA-4F7F-A833-0D333520B480}" srcOrd="0" destOrd="0" presId="urn:microsoft.com/office/officeart/2005/8/layout/process1"/>
    <dgm:cxn modelId="{C521FEEE-8F53-4C0B-84AF-4C57F5F24922}" type="presParOf" srcId="{6CC0061D-3EBC-4246-A7C8-6471E06E14F7}" destId="{92195919-F520-43CF-866A-B4E257D95B9D}" srcOrd="2" destOrd="0" presId="urn:microsoft.com/office/officeart/2005/8/layout/process1"/>
    <dgm:cxn modelId="{56D17B46-0B05-422D-AE2D-E0683356C3A8}" type="presParOf" srcId="{6CC0061D-3EBC-4246-A7C8-6471E06E14F7}" destId="{2666337C-3E37-4C5F-997B-26B87CEECFC3}" srcOrd="3" destOrd="0" presId="urn:microsoft.com/office/officeart/2005/8/layout/process1"/>
    <dgm:cxn modelId="{5123CA63-D462-4471-885A-5423D94E26B3}" type="presParOf" srcId="{2666337C-3E37-4C5F-997B-26B87CEECFC3}" destId="{530751E9-C8A0-4D48-89FB-FDD6937F1BBB}" srcOrd="0" destOrd="0" presId="urn:microsoft.com/office/officeart/2005/8/layout/process1"/>
    <dgm:cxn modelId="{1997DF1D-F76D-4F3B-A79B-7D646313B199}" type="presParOf" srcId="{6CC0061D-3EBC-4246-A7C8-6471E06E14F7}" destId="{502098E2-21C6-4BE5-A47A-CF831678797A}" srcOrd="4" destOrd="0" presId="urn:microsoft.com/office/officeart/2005/8/layout/process1"/>
    <dgm:cxn modelId="{0535B48D-6E0C-49E6-89EF-22F8DC5087FC}" type="presParOf" srcId="{6CC0061D-3EBC-4246-A7C8-6471E06E14F7}" destId="{B75059AB-AB82-42E4-9AF0-322630DB3B79}" srcOrd="5" destOrd="0" presId="urn:microsoft.com/office/officeart/2005/8/layout/process1"/>
    <dgm:cxn modelId="{7B94A7E4-4F91-40DF-A0E7-24E600FF76EC}" type="presParOf" srcId="{B75059AB-AB82-42E4-9AF0-322630DB3B79}" destId="{FB23009A-0481-4DD2-95CC-6803D51F80F6}" srcOrd="0" destOrd="0" presId="urn:microsoft.com/office/officeart/2005/8/layout/process1"/>
    <dgm:cxn modelId="{1DB6717E-E1D1-4564-AE81-5271BB297C51}" type="presParOf" srcId="{6CC0061D-3EBC-4246-A7C8-6471E06E14F7}" destId="{D21A69B0-E47F-4E90-BE27-7828DA6B6DE3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A2B778-E964-4F72-8369-9BFB33FBFBB1}">
      <dsp:nvSpPr>
        <dsp:cNvPr id="0" name=""/>
        <dsp:cNvSpPr/>
      </dsp:nvSpPr>
      <dsp:spPr>
        <a:xfrm>
          <a:off x="3348" y="1211770"/>
          <a:ext cx="1464096" cy="8784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Discover</a:t>
          </a:r>
        </a:p>
      </dsp:txBody>
      <dsp:txXfrm>
        <a:off x="29077" y="1237499"/>
        <a:ext cx="1412638" cy="827000"/>
      </dsp:txXfrm>
    </dsp:sp>
    <dsp:sp modelId="{537E71E0-922F-442F-AA75-45FB262A150D}">
      <dsp:nvSpPr>
        <dsp:cNvPr id="0" name=""/>
        <dsp:cNvSpPr/>
      </dsp:nvSpPr>
      <dsp:spPr>
        <a:xfrm>
          <a:off x="1613854" y="1469452"/>
          <a:ext cx="310388" cy="36309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1613854" y="1542071"/>
        <a:ext cx="217272" cy="217857"/>
      </dsp:txXfrm>
    </dsp:sp>
    <dsp:sp modelId="{92195919-F520-43CF-866A-B4E257D95B9D}">
      <dsp:nvSpPr>
        <dsp:cNvPr id="0" name=""/>
        <dsp:cNvSpPr/>
      </dsp:nvSpPr>
      <dsp:spPr>
        <a:xfrm>
          <a:off x="2053083" y="1211770"/>
          <a:ext cx="1464096" cy="8784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Design</a:t>
          </a:r>
        </a:p>
      </dsp:txBody>
      <dsp:txXfrm>
        <a:off x="2078812" y="1237499"/>
        <a:ext cx="1412638" cy="827000"/>
      </dsp:txXfrm>
    </dsp:sp>
    <dsp:sp modelId="{2666337C-3E37-4C5F-997B-26B87CEECFC3}">
      <dsp:nvSpPr>
        <dsp:cNvPr id="0" name=""/>
        <dsp:cNvSpPr/>
      </dsp:nvSpPr>
      <dsp:spPr>
        <a:xfrm>
          <a:off x="3663590" y="1469452"/>
          <a:ext cx="310388" cy="36309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3663590" y="1542071"/>
        <a:ext cx="217272" cy="217857"/>
      </dsp:txXfrm>
    </dsp:sp>
    <dsp:sp modelId="{502098E2-21C6-4BE5-A47A-CF831678797A}">
      <dsp:nvSpPr>
        <dsp:cNvPr id="0" name=""/>
        <dsp:cNvSpPr/>
      </dsp:nvSpPr>
      <dsp:spPr>
        <a:xfrm>
          <a:off x="4102819" y="1211770"/>
          <a:ext cx="1464096" cy="8784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Build</a:t>
          </a:r>
        </a:p>
      </dsp:txBody>
      <dsp:txXfrm>
        <a:off x="4128548" y="1237499"/>
        <a:ext cx="1412638" cy="827000"/>
      </dsp:txXfrm>
    </dsp:sp>
    <dsp:sp modelId="{B75059AB-AB82-42E4-9AF0-322630DB3B79}">
      <dsp:nvSpPr>
        <dsp:cNvPr id="0" name=""/>
        <dsp:cNvSpPr/>
      </dsp:nvSpPr>
      <dsp:spPr>
        <a:xfrm>
          <a:off x="5713325" y="1469452"/>
          <a:ext cx="310388" cy="36309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5713325" y="1542071"/>
        <a:ext cx="217272" cy="217857"/>
      </dsp:txXfrm>
    </dsp:sp>
    <dsp:sp modelId="{D21A69B0-E47F-4E90-BE27-7828DA6B6DE3}">
      <dsp:nvSpPr>
        <dsp:cNvPr id="0" name=""/>
        <dsp:cNvSpPr/>
      </dsp:nvSpPr>
      <dsp:spPr>
        <a:xfrm>
          <a:off x="6152554" y="1211770"/>
          <a:ext cx="1464096" cy="8784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Ship</a:t>
          </a:r>
        </a:p>
      </dsp:txBody>
      <dsp:txXfrm>
        <a:off x="6178283" y="1237499"/>
        <a:ext cx="1412638" cy="827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D3808-B716-475A-BA93-A3F938603B50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8E9B4A-50B9-4431-A1BE-AD20BFA60B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917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8E9B4A-50B9-4431-A1BE-AD20BFA60B2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3992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8E9B4A-50B9-4431-A1BE-AD20BFA60B2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3077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notes authored in PowerPoint.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8E9B4A-50B9-4431-A1BE-AD20BFA60B2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607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Process</a:t>
            </a:r>
            <a:endParaRPr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CDA9DBBB-6F07-1F4C-83B8-4D6DE5BDE7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11992890"/>
              </p:ext>
            </p:extLst>
          </p:nvPr>
        </p:nvGraphicFramePr>
        <p:xfrm>
          <a:off x="762000" y="2159000"/>
          <a:ext cx="7620000" cy="330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DDE55-556C-B666-118A-EEC8C4E9F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Numbers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F9D22A3-2D3D-2617-0B3D-2A44280035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5259237"/>
              </p:ext>
            </p:extLst>
          </p:nvPr>
        </p:nvGraphicFramePr>
        <p:xfrm>
          <a:off x="762000" y="1905000"/>
          <a:ext cx="8890000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710921216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9CF03-C8D1-C8C6-2C79-0273502FA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Notes and links</a:t>
            </a:r>
          </a:p>
        </p:txBody>
      </p:sp>
      <p:sp>
        <p:nvSpPr>
          <p:cNvPr id="3" name="TextBox 2">
            <a:hlinkClick r:id="rId3" action="ppaction://hlinksldjump"/>
            <a:extLst>
              <a:ext uri="{FF2B5EF4-FFF2-40B4-BE49-F238E27FC236}">
                <a16:creationId xmlns:a16="http://schemas.microsoft.com/office/drawing/2014/main" id="{0AF1CDCF-BB06-7359-6308-09D115CB6037}"/>
              </a:ext>
            </a:extLst>
          </p:cNvPr>
          <p:cNvSpPr txBox="1"/>
          <p:nvPr/>
        </p:nvSpPr>
        <p:spPr>
          <a:xfrm>
            <a:off x="762000" y="2540000"/>
            <a:ext cx="508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Back to the process</a:t>
            </a:r>
          </a:p>
        </p:txBody>
      </p:sp>
    </p:spTree>
    <p:extLst>
      <p:ext uri="{BB962C8B-B14F-4D97-AF65-F5344CB8AC3E}">
        <p14:creationId xmlns:p14="http://schemas.microsoft.com/office/powerpoint/2010/main" val="4135186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23</Words>
  <Application>Microsoft Office PowerPoint</Application>
  <PresentationFormat>On-screen Show (4:3)</PresentationFormat>
  <Paragraphs>13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Arial</vt:lpstr>
      <vt:lpstr>Calibri</vt:lpstr>
      <vt:lpstr>Office Theme</vt:lpstr>
      <vt:lpstr>Process</vt:lpstr>
      <vt:lpstr>Numbers</vt:lpstr>
      <vt:lpstr>Notes and links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Tom Villani</cp:lastModifiedBy>
  <cp:revision>4</cp:revision>
  <dcterms:created xsi:type="dcterms:W3CDTF">2013-01-27T09:14:16Z</dcterms:created>
  <dcterms:modified xsi:type="dcterms:W3CDTF">2026-08-14T21:15:02Z</dcterms:modified>
  <cp:category/>
</cp:coreProperties>
</file>